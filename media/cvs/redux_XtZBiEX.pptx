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B2B4-95AB-EBF4-C6CF-C680AF758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8F632-1F1A-CEAF-6AD8-A45A585C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A1E0-D27C-0631-CAB2-5B19B6F3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E3040-3060-444A-BF8D-0CC1604E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059C-BF1F-2C68-EA0E-4D6E4CB7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78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4C83-B51B-1392-04A6-E166CB37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F2C20-723A-B8D1-46EB-3F36D539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2FB2-F2A1-085B-55CE-90C38BD5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8438B-0171-E180-CEC2-955C5D36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9C43E-58F2-4679-82E0-CF0ED913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5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96C7-13E3-5653-DC55-0F59D2D0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220F4-93E2-51E7-9F20-FA261768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7E8A1-6556-DB89-2AA1-C50523EC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A1D0F-2A8E-09EB-C091-80A1B14E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C381-F331-FCE7-6291-0738CE28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1E63-2213-C68F-33F5-2FEEED27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AE27F-FF8A-95A9-923A-142A8F16B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7C0A7-811A-5F91-BA89-6FE658051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FA266-EDC3-F7DC-1DC0-9F4AD6D6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44088-A42C-0DC1-8A53-0D5BDED4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18943-CF40-9D04-5FA7-B1B5F4F8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6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7485-CB50-1786-22FD-9473393E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79412-F7D5-3CBE-33DC-0DC57D08E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04932-4489-3313-8204-29F5634BD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470A5-7FE6-02C6-AAF1-D02BF1D1A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82C74-6DC1-184C-0EAC-C6DE7F3E7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3A7D9-B517-6073-DA81-052E6AA4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6F22F-86E4-186D-67AE-1A9E7AA6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597C7-C6A5-2EF8-074A-E62D0470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1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A851-5324-4FA6-2FF4-02130FEB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FD911-1FF9-5CCD-5BC0-65E0FB4A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DC059-1B65-5B63-7942-4A610252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5E169-7453-2215-E90C-0572E9C5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3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66372-277D-B6C3-C680-F008E42B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3D178-6F54-432C-BF4E-DC47170D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5562-E8F6-03EF-0900-045DDBB6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3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1E6F-C037-AEF6-7D9D-D6240214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0CE7-744C-A2F6-FB79-C4504010D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72CAD-0DE6-03A4-8546-526ADF170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73B86-99BC-603A-5C51-945E2BD0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FC8D4-51B4-45AF-DFC1-50FE7E82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E74E1-F47F-9616-2D75-37A9258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3FF4-640C-E9B2-186A-61C9BC53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E5979-75CC-D073-E6DF-B79CCAF13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560F0-F451-C9AC-4C93-B3A88AFA5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5891-2881-882F-0229-E9A67340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6E80A-B12A-9D30-5DB6-201F3575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16B69-5D01-00C5-CE1A-6A8D478B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2C7F-8CBA-92CC-9718-333D1597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3F009-CD5B-97E6-DB66-3803378B4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65353-6E2E-8CF1-D586-C20B28E7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DB7CC-BEFB-6EF1-3CAE-3F7B369B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DD7B-4B2B-F304-BC8F-15006D97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2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1551C-164B-C1C4-24FB-F5329A38D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8C740-108A-0805-62D7-C2A1483BE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C4D9A-F735-E143-959D-A828895E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B8465-A270-D462-E9EE-AEC96D19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4A94-FF9F-2254-8348-BF52AB3B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998A2-D0E7-DD5B-704F-07E59C1A8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1EFD1-20CE-F3EF-FA6B-DE3A52703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596FB-4D7C-5339-69EE-089AEB866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FCA69-EEC8-4C6E-8CDE-24426762AC3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9E6A-E793-0E49-CBA2-FDB70BAED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DF6FC-869E-35DF-071E-87D5B8089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C2F50-F1E1-46E2-8FED-24047648C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2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49DE10-5386-C4A8-ABC7-DF954280CC22}"/>
              </a:ext>
            </a:extLst>
          </p:cNvPr>
          <p:cNvSpPr/>
          <p:nvPr/>
        </p:nvSpPr>
        <p:spPr>
          <a:xfrm>
            <a:off x="524656" y="700374"/>
            <a:ext cx="3207895" cy="238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reducer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19D8B38-8495-D28C-AA52-490E3DC849EC}"/>
              </a:ext>
            </a:extLst>
          </p:cNvPr>
          <p:cNvSpPr/>
          <p:nvPr/>
        </p:nvSpPr>
        <p:spPr>
          <a:xfrm>
            <a:off x="3987383" y="1409542"/>
            <a:ext cx="434714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2E379-4015-0490-86B6-38D7199511E8}"/>
              </a:ext>
            </a:extLst>
          </p:cNvPr>
          <p:cNvSpPr/>
          <p:nvPr/>
        </p:nvSpPr>
        <p:spPr>
          <a:xfrm>
            <a:off x="8694295" y="944847"/>
            <a:ext cx="2778177" cy="1678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store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8F78946-CD40-4DA5-2803-374E3A6BAB35}"/>
              </a:ext>
            </a:extLst>
          </p:cNvPr>
          <p:cNvSpPr/>
          <p:nvPr/>
        </p:nvSpPr>
        <p:spPr>
          <a:xfrm>
            <a:off x="9923218" y="2685535"/>
            <a:ext cx="644577" cy="16108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00C926-2E36-2C32-D141-B7E351244D2A}"/>
              </a:ext>
            </a:extLst>
          </p:cNvPr>
          <p:cNvSpPr/>
          <p:nvPr/>
        </p:nvSpPr>
        <p:spPr>
          <a:xfrm>
            <a:off x="9403761" y="4465608"/>
            <a:ext cx="1985319" cy="7825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component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DA6552E-4980-9D0F-9145-72E230481DD8}"/>
              </a:ext>
            </a:extLst>
          </p:cNvPr>
          <p:cNvSpPr/>
          <p:nvPr/>
        </p:nvSpPr>
        <p:spPr>
          <a:xfrm>
            <a:off x="7620270" y="4614589"/>
            <a:ext cx="1428522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D65F1D-107D-3863-4E30-51053BE5C9AD}"/>
              </a:ext>
            </a:extLst>
          </p:cNvPr>
          <p:cNvSpPr/>
          <p:nvPr/>
        </p:nvSpPr>
        <p:spPr>
          <a:xfrm>
            <a:off x="5416649" y="4465608"/>
            <a:ext cx="1848652" cy="16386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Action:</a:t>
            </a:r>
          </a:p>
          <a:p>
            <a:pPr algn="ctr"/>
            <a:r>
              <a:rPr lang="en-US" dirty="0" err="1"/>
              <a:t>Type:”type</a:t>
            </a:r>
            <a:r>
              <a:rPr lang="en-US" dirty="0"/>
              <a:t> action in reducer”</a:t>
            </a:r>
          </a:p>
          <a:p>
            <a:pPr algn="ctr"/>
            <a:r>
              <a:rPr lang="en-US" dirty="0" err="1"/>
              <a:t>Payload:”data</a:t>
            </a:r>
            <a:r>
              <a:rPr lang="en-US" dirty="0"/>
              <a:t> state”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89537A22-9E98-8A09-CAE6-6D4B2FD61B0A}"/>
              </a:ext>
            </a:extLst>
          </p:cNvPr>
          <p:cNvSpPr/>
          <p:nvPr/>
        </p:nvSpPr>
        <p:spPr>
          <a:xfrm>
            <a:off x="3814119" y="4828773"/>
            <a:ext cx="126038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4B5EA7-372F-BD59-AE84-F4D2F125F32B}"/>
              </a:ext>
            </a:extLst>
          </p:cNvPr>
          <p:cNvSpPr/>
          <p:nvPr/>
        </p:nvSpPr>
        <p:spPr>
          <a:xfrm>
            <a:off x="2331308" y="4736757"/>
            <a:ext cx="1260389" cy="832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Dispatch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28573554-DECE-CAC9-6D6D-370AD4B8451C}"/>
              </a:ext>
            </a:extLst>
          </p:cNvPr>
          <p:cNvSpPr/>
          <p:nvPr/>
        </p:nvSpPr>
        <p:spPr>
          <a:xfrm>
            <a:off x="2331308" y="3087974"/>
            <a:ext cx="576649" cy="15266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2026-07-20T18:51:45Z</dcterms:created>
  <dcterms:modified xsi:type="dcterms:W3CDTF">2026-07-20T18:52:00Z</dcterms:modified>
</cp:coreProperties>
</file>